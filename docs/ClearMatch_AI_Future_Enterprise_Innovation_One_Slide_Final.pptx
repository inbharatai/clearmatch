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Presentation Note:
“With more time, we would transform ClearMatch from a single invoice prototype into a governed enterprise exception-resolution platform—connected to enterprise systems, controlled by company policies and configurable across multiple functions.”
Three Enterprise Innovations:
1. Enterprise Evidence Graph: Connects ERP records, emails, documents, claims and source excerpts into one auditable case history.
2. Policy and Approval Gate: Enforces tolerances, role permissions, approval matrices and blocked-action rules.
3. Universal Workflow Builder: Lets companies configure ClearMatch for finance, procurement, contracts, operations and support.
Note: Future capabilities are strictly labeled "Future roadmap — not implemented today" to adhere to enterprise disclosure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0"/>
            <a:ext cx="4190695" cy="4892040"/>
          </a:xfrm>
          <a:prstGeom prst="rect">
            <a:avLst/>
          </a:prstGeom>
          <a:solidFill>
            <a:srgbClr val="0A2830"/>
          </a:solidFill>
          <a:ln w="12700">
            <a:solidFill>
              <a:srgbClr val="0A2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57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E1B0"/>
                </a:solidFill>
              </a:rPr>
              <a:t>LIVE PROOF / SYNTHETIC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777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E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210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20-unit gap valued at PO price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2104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100 invoiced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80 recorded received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75320" y="29718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71E25"/>
          </a:solidFill>
          <a:ln w="12700">
            <a:solidFill>
              <a:srgbClr val="144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30632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CFBF1"/>
                </a:solidFill>
              </a:rPr>
              <a:t>A supplier email provides evidence to interpret.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CFBF1"/>
                </a:solidFill>
              </a:rPr>
              <a:t>It never provides authority to approve.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4251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Demo: change the email, then the receipt. The arithmetic and AI response must change independently.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4114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7A68"/>
                </a:solidFill>
              </a:rPr>
              <a:t>INBHARAT.AI / ENTERPRISE AI / DAY-1 PROTOTYPE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6858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ClearMatch AI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31520" y="1280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Rules detect the mismatch. AI explains the evidence around it.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7A68"/>
                </a:solidFill>
              </a:rPr>
              <a:t>WHY AI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2011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A finance rule can calculate 100 invoiced versus 80 received. It cannot reliably interpret the supplier’s email, identify contradictory claims or prepare the next evidence request.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E6F4F1"/>
          </a:solidFill>
          <a:ln w="12700">
            <a:solidFill>
              <a:srgbClr val="BCE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88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PO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100 units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Invoice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Receipt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80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68"/>
                </a:solidFill>
              </a:rPr>
              <a:t>Email  </a:t>
            </a:r>
            <a:pPr indent="0" marL="0">
              <a:buNone/>
            </a:pPr>
            <a:r>
              <a:rPr lang="en-US" sz="1100" b="1" dirty="0">
                <a:solidFill>
                  <a:srgbClr val="0D7A68"/>
                </a:solidFill>
              </a:rPr>
              <a:t>20 arrive later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429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Code verifies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Decimal calculations, record matching and exact source checks.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08960" y="3429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AI interprets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703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Connects correspondence to records, explains uncertainty and cites evidence.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3429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Human decides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703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Reviews the evidence, edits the follow-up and authorizes any external action.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029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7A68"/>
                </a:solidFill>
              </a:rPr>
              <a:t>WHAT WE WOULD BUILD NEXT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5029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</a:rPr>
              <a:t>FUTURE ROADMAP — NOT IMPLEMENTED TODAY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53492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7A68"/>
                </a:solidFill>
              </a:rPr>
              <a:t>1  EVIDENCE GRAPH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55778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One auditable case history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582472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Connects ERP records, emails, documents, claims and source excerpts into one auditable case history. Connect ERP, document and messaging systems.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80560" y="53492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7A68"/>
                </a:solidFill>
              </a:rPr>
              <a:t>2  POLICY + APPROVAL GATE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55778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Enterprise rules become enforceable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480560" y="582472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Enforces tolerances, role permissions, approval matrices and blocked-action rules before a case can progress.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53492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7A68"/>
                </a:solidFill>
              </a:rPr>
              <a:t>3  UNIVERSAL WORKFLOW BUILDER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55778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Configure new use cases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0" y="582472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Lets companies configure ClearMatch for finance, procurement, contracts, operations and support.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InBharat.ai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ClearMatch AI - Future Enterprise Innovation</dc:title>
  <dc:subject>Enterprise AI Prototype &amp; Future Roadmap</dc:subject>
  <dc:creator>InBharat.ai</dc:creator>
  <cp:lastModifiedBy>InBharat.ai</cp:lastModifiedBy>
  <cp:revision>1</cp:revision>
  <dcterms:created xsi:type="dcterms:W3CDTF">2026-09-26T08:58:08Z</dcterms:created>
  <dcterms:modified xsi:type="dcterms:W3CDTF">2026-09-26T08:58:08Z</dcterms:modified>
</cp:coreProperties>
</file>
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CLEARMATCH AI  /  EXECUTIVE PROBLEM STATEMENT &amp; ARCHITECTURE  /  SYNTHETIC 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invoice exceptions need 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resolves the information and interpretation bottleneck so human AP controllers can decide faster.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61120" y="41148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0" y="5029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BOUNDARY CERTIFIED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052560" y="7315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Hash: 0XA9E3D4AFEFEE2FBF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052560" y="9601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 · Never Auto-Pay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5440680" cy="3017520"/>
          </a:xfrm>
          <a:prstGeom prst="roundRect">
            <a:avLst>
              <a:gd name="adj" fmla="val 3030"/>
            </a:avLst>
          </a:prstGeom>
          <a:solidFill>
            <a:srgbClr val="0F172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37360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accounts-payable employee must reconstruct one transaction across four fragmented artifacts: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423160"/>
            <a:ext cx="242316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688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Purchase Order (Authorized Scope)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2423160"/>
            <a:ext cx="242316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4688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Vendor Invoice (Claim / Demand)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834640"/>
            <a:ext cx="242316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8803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Goods-Receipt Note (Physical Count)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37560" y="2834640"/>
            <a:ext cx="242316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8803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Supplier Email (Dispute / Context)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29184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ERP / SQL rules can detect that 100 units were invoiced but only 80 were recorded as received.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CANNOT reliably: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Understand the supplier’s explanation in unstructured 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Detect contradictory instructions or prompt injection attempts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Identify missing physical evidence or receiving log gaps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Prepare the appropriate factual follow-up response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99632" y="1600200"/>
            <a:ext cx="5440680" cy="3017520"/>
          </a:xfrm>
          <a:prstGeom prst="roundRect">
            <a:avLst>
              <a:gd name="adj" fmla="val 3030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1737360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82512" y="20116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ClearMatch uses server-side Gemini intelligence to: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82512" y="2331720"/>
            <a:ext cx="50749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Interpret unstructured supplier correspondence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Extracts intent, promises, and asserted delivery timelines.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Connect the email with authoritative transaction records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Cross-references PO line items, invoiced rates, and receiving manifests.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Explain why the records conflict in plain auditor language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Pinpoints whether variance is partial delivery, pricing mismatch, or timing gap.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Identify missing or contradictory evidence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Enforces that physical receiving notes govern over unverified emails.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Cite the exact source text with verbatim substring proof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100% audited quotes prevent AI hallucination or fabricated claims.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Draft the next follow-up for human review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Generates editable resolution communications for controller signoff.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463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AMOUNT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5029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units invoiced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32180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₹50,000 billed on INV-2026-4412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64992" y="4754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48463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RECEIVED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56432" y="5029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units received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56432" y="532180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₹40,000 accepted on GRN-5510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81344" y="4754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02061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72784" y="48463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DISCREPANCY (HOLD)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72784" y="5029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20-unit / ₹10,000 gap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72784" y="532180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HOLD_PAYMENT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997696" y="4754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02061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89136" y="48463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EXPLANATION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089136" y="502920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“Remaining 20 units will arrive later.”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1E1B4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78815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BOUNDARY: Code calculates. AI interprets. A human decides.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120640" y="57881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ClearMatch turns a numerical mismatch into an evidence-backed explanation and a review-ready next action—without approving or executing payment.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864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CERTIFICATION: Built exclusively with synthetic test data. Zero private InBharat.ai code reused. Public dependencies: React, Vite, Express, @google/genai.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503920" y="6309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CLEARMATCH-AI · RELEASE V1.0 · 26 SEPT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2026-09-26T06:48:51Z</dcterms:created>
  <dcterms:modified xsi:type="dcterms:W3CDTF">2026-09-26T06:48:51Z</dcterms:modified>
</cp:coreProperties>
</file>